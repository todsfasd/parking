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전자공학기초실험  |  최종 프로젝트 발표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실시간 위치 기반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공영주차장 추천 시스템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GPS 위치 확인 · 서울시 공공데이터 · 지도 시각화 · Cursor AI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3657600" cy="18288"/>
          </a:xfrm>
          <a:prstGeom prst="rect">
            <a:avLst/>
          </a:prstGeom>
          <a:solidFill>
            <a:srgbClr val="38383D"/>
          </a:solidFill>
          <a:ln w="12700">
            <a:solidFill>
              <a:srgbClr val="3838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673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2026학년도 1학기  ·  최종 발표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20221531 공  온    ·    20231533 전준기    ·    20231547 최태웅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0" y="1645920"/>
            <a:ext cx="2286000" cy="2286000"/>
          </a:xfrm>
          <a:prstGeom prst="ellipse">
            <a:avLst/>
          </a:prstGeom>
          <a:solidFill>
            <a:srgbClr val="2997FF">
              <a:alpha val="15000"/>
            </a:srgbClr>
          </a:solidFill>
          <a:ln w="12700">
            <a:solidFill>
              <a:srgbClr val="2997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2011680"/>
            <a:ext cx="1554480" cy="1554480"/>
          </a:xfrm>
          <a:prstGeom prst="ellipse">
            <a:avLst/>
          </a:prstGeom>
          <a:solidFill>
            <a:srgbClr val="2997FF">
              <a:alpha val="25000"/>
            </a:srgbClr>
          </a:solidFill>
          <a:ln w="12700">
            <a:solidFill>
              <a:srgbClr val="2997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43800" y="2331720"/>
            <a:ext cx="914400" cy="914400"/>
          </a:xfrm>
          <a:prstGeom prst="ellipse">
            <a:avLst/>
          </a:prstGeom>
          <a:solidFill>
            <a:srgbClr val="2997FF">
              <a:alpha val="40000"/>
            </a:srgbClr>
          </a:solidFill>
          <a:ln w="12700">
            <a:solidFill>
              <a:srgbClr val="2997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73568" y="2761488"/>
            <a:ext cx="73152" cy="73152"/>
          </a:xfrm>
          <a:prstGeom prst="ellipse">
            <a:avLst/>
          </a:prstGeom>
          <a:solidFill>
            <a:srgbClr val="2997FF"/>
          </a:solidFill>
          <a:ln w="12700">
            <a:solidFill>
              <a:srgbClr val="2997FF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651760"/>
            <a:ext cx="301752" cy="3017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43000"/>
            <a:ext cx="73152" cy="86868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070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프로젝트 배경 및 필요성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282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Why? — 도심 주차 문제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40280"/>
            <a:ext cx="73152" cy="86868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042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제작 과정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8254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어떻게 만들었나?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337560"/>
            <a:ext cx="73152" cy="86868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015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3611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중간발표 한계 → 최종 개선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9227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Before &amp; After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114300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143000"/>
            <a:ext cx="73152" cy="86868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2070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83480" y="1417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기능 시연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17282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실제 구현 화면 시연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224028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240280"/>
            <a:ext cx="73152" cy="86868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3042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2514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트러블슈팅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28254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만들면서 겪은 문제들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333756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337560"/>
            <a:ext cx="73152" cy="86868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4015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83480" y="3611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성과 및 결론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83480" y="39227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수치 성과 · 향후 과제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  프로젝트 배경 및 필요성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왜 이 시스템이 필요한가?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60320" cy="2377440"/>
          </a:xfrm>
          <a:prstGeom prst="rect">
            <a:avLst/>
          </a:prstGeom>
          <a:solidFill>
            <a:srgbClr val="1E1E2A"/>
          </a:solidFill>
          <a:ln w="6350">
            <a:solidFill>
              <a:srgbClr val="38383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31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503만 대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94360" y="2971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서울 등록 차량 수 (2024)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691640"/>
            <a:ext cx="2560320" cy="2377440"/>
          </a:xfrm>
          <a:prstGeom prst="rect">
            <a:avLst/>
          </a:prstGeom>
          <a:solidFill>
            <a:srgbClr val="1E1E2A"/>
          </a:solidFill>
          <a:ln w="6350">
            <a:solidFill>
              <a:srgbClr val="38383D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8288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2331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7분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3383280" y="2971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평균 주차공간 탐색 시간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80760" y="1691640"/>
            <a:ext cx="2560320" cy="2377440"/>
          </a:xfrm>
          <a:prstGeom prst="rect">
            <a:avLst/>
          </a:prstGeom>
          <a:solidFill>
            <a:srgbClr val="1E1E2A"/>
          </a:solidFill>
          <a:ln w="6350">
            <a:solidFill>
              <a:srgbClr val="38383D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8288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2331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12%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6172200" y="2971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도심 교통체증 中 주차 기인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2920" y="4297680"/>
            <a:ext cx="8138160" cy="502920"/>
          </a:xfrm>
          <a:prstGeom prst="rect">
            <a:avLst/>
          </a:prstGeom>
          <a:solidFill>
            <a:srgbClr val="1A2A40"/>
          </a:solidFill>
          <a:ln w="10160">
            <a:solidFill>
              <a:srgbClr val="0066C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94360" y="431596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 실시간 데이터 기반의 스마트 주차 안내로 탐색 시간·탄소 배출 동시 절감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  어떻게 만들었나?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어떻게 만들었나?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965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1965960" cy="54864"/>
          </a:xfrm>
          <a:prstGeom prst="rect">
            <a:avLst/>
          </a:prstGeom>
          <a:solidFill>
            <a:srgbClr val="2997FF"/>
          </a:solidFill>
          <a:ln w="12700">
            <a:solidFill>
              <a:srgbClr val="2997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5727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10312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디바이스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24871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웹 브라우저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(PC / 모바일)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31720" y="2560320"/>
            <a:ext cx="502920" cy="36576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15768" y="248716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14600" y="1417320"/>
            <a:ext cx="1965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14600" y="1417320"/>
            <a:ext cx="1965960" cy="54864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57276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210312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위치 취득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60320" y="24871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GPS로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 위치 확인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480560" y="2560320"/>
            <a:ext cx="502920" cy="36576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64608" y="248716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▶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0" y="1417320"/>
            <a:ext cx="1965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63440" y="1417320"/>
            <a:ext cx="1965960" cy="54864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57276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09160" y="210312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 수집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709160" y="24871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서울시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주차장 데이터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629400" y="2560320"/>
            <a:ext cx="502920" cy="36576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013448" y="248716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812280" y="1417320"/>
            <a:ext cx="1965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12280" y="1417320"/>
            <a:ext cx="1965960" cy="54864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572768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58000" y="210312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지도 렌더링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858000" y="24871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지도 위에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마커 표시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548640" y="3977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02920" y="427939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02920" y="42793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Cursor AI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1965960" y="427939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1965960" y="42793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Leaflet 지도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3429000" y="427939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429000" y="42793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서울시 API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4892040" y="427939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892040" y="42793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GPS 위치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6355080" y="427939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355080" y="42793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서버 연결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7818120" y="427939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6E6E73"/>
          </a:solidFill>
          <a:ln w="12700">
            <a:solidFill>
              <a:srgbClr val="6E6E73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818120" y="42793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 처리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  중간발표 → 최종발표  Before &amp; After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개선 내용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840480" cy="3291840"/>
          </a:xfrm>
          <a:prstGeom prst="rect">
            <a:avLst/>
          </a:prstGeom>
          <a:solidFill>
            <a:srgbClr val="1E1318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3840480" cy="384048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BEFORE  ·  중간발표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999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❌  주차장 19개만 표시 — 데이터 모수 부족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6334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999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❌  GPS 미연동 — 현재 위치 기능 없음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25526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999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❌  실시간 주차 가능 대수 미표시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8770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999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❌  지도 마커 표시 기능 미구현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417320"/>
            <a:ext cx="3840480" cy="3291840"/>
          </a:xfrm>
          <a:prstGeom prst="rect">
            <a:avLst/>
          </a:prstGeom>
          <a:solidFill>
            <a:srgbClr val="131E1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17320"/>
            <a:ext cx="3840480" cy="384048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AFTER  ·  최종발표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011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9FF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✅  서울시 열린데이터광장 API 직접 연동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6334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9FF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✅  주차장 데이터 확보 · 지도 마커 표시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325526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9FF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✅  실시간 주차 가능 대수 표시 구현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38770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9FF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✅  Cursor AI로 GPS 현재 위치 기능 추가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60520" y="2834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  핵심 기능 상세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4가지 핵심 기능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64008" cy="1508760"/>
          </a:xfrm>
          <a:prstGeom prst="rect">
            <a:avLst/>
          </a:prstGeom>
          <a:solidFill>
            <a:srgbClr val="2997FF"/>
          </a:solidFill>
          <a:ln w="12700">
            <a:solidFill>
              <a:srgbClr val="299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153619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7282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 위치 확인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130552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A3A3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버튼 클릭 한 번으로 현재 위치를 자동으로 파악. Cursor AI 도움으로 구현했으며, PC에서 정상 동작 확인.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417320"/>
            <a:ext cx="3977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17320"/>
            <a:ext cx="64008" cy="150876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15087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F0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153619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2040" y="17282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실시간 주차장 데이터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892040" y="2130552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A3A3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서울시 열린데이터광장에서 데이터를 받아와 60초마다 자동으로 새로 고침. 실시간 남은 주차 대수를 표시.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154680"/>
            <a:ext cx="3977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154680"/>
            <a:ext cx="64008" cy="1508760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4360" y="32461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0D15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9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327355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4360" y="34655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혼잡도 3단계 시각화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94360" y="3867912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A3A3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남은 자리가 많으면 초록, 보통이면 노랑, 거의 없으면 빨간색 마커로 지도에 표시. 한눈에 상황 파악 가능.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54880" y="3154680"/>
            <a:ext cx="3977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3154680"/>
            <a:ext cx="64008" cy="1508760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892040" y="32461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3B3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9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327355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92040" y="34655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최적 주차장 추천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892040" y="3867912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A3A3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 위치에서 거리와 남은 자리 수를 함께 계산해 가장 적합한 주차장을 1순위로 자동 추천.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  핵심 기능 — 시스템 흐름도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 흐름 한눈에 보기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39496" y="1481328"/>
            <a:ext cx="640080" cy="640080"/>
          </a:xfrm>
          <a:prstGeom prst="ellipse">
            <a:avLst/>
          </a:prstGeom>
          <a:solidFill>
            <a:srgbClr val="2997FF"/>
          </a:solidFill>
          <a:ln w="12700">
            <a:solidFill>
              <a:srgbClr val="2997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1481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2286000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위치 요청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2706624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GPS 버튼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누르기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417320" y="16916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383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01368" y="1481328"/>
            <a:ext cx="640080" cy="640080"/>
          </a:xfrm>
          <a:prstGeom prst="ellipse">
            <a:avLst/>
          </a:prstGeom>
          <a:solidFill>
            <a:srgbClr val="2997FF"/>
          </a:solidFill>
          <a:ln w="12700">
            <a:solidFill>
              <a:srgbClr val="299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1368" y="1481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81912" y="2286000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 위치 확인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81912" y="2706624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위도·경도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확인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79192" y="16916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383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63240" y="1481328"/>
            <a:ext cx="640080" cy="640080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1481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43784" y="2286000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 요청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43784" y="2706624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서울시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주차장 데이터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941064" y="16916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383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25112" y="1481328"/>
            <a:ext cx="640080" cy="640080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5112" y="1481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05656" y="2286000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 정리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05656" y="2706624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주차장 목록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+ 남은 자리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02936" y="16916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383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86984" y="1481328"/>
            <a:ext cx="640080" cy="640080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86984" y="1481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67528" y="2286000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혼잡도 계산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67528" y="2706624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여유 / 보통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/ 혼잡 분류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64808" y="16916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383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48856" y="1481328"/>
            <a:ext cx="640080" cy="640080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8856" y="1481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29400" y="2286000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지도 표시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29400" y="2706624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지도에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색깔 마커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726680" y="16916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383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10728" y="1481328"/>
            <a:ext cx="640080" cy="640080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0728" y="1481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891272" y="2286000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최적 추천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91272" y="2706624"/>
            <a:ext cx="1078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최적 장소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추천 표시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3474720"/>
            <a:ext cx="8229600" cy="1325880"/>
          </a:xfrm>
          <a:prstGeom prst="rect">
            <a:avLst/>
          </a:prstGeom>
          <a:solidFill>
            <a:srgbClr val="1A1A24"/>
          </a:solidFill>
          <a:ln w="6350">
            <a:solidFill>
              <a:srgbClr val="3838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547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추천 계산 방식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391363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Score = (1 - 거리_norm) × 0.5  +  여유율 × 0.5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거리_norm = 현재위치~주차장 거리 / 검색반경(5km)  ·  여유율 = 가능대수 / 총수용대수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66CC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  트러블슈팅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 과정의 2가지 핵심 문제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64008" cy="1600200"/>
          </a:xfrm>
          <a:prstGeom prst="rect">
            <a:avLst/>
          </a:prstGeom>
          <a:solidFill>
            <a:srgbClr val="2997FF"/>
          </a:solidFill>
          <a:ln w="12700">
            <a:solidFill>
              <a:srgbClr val="299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435608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 w="12700">
            <a:solidFill>
              <a:srgbClr val="299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43560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 · API 연동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143560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주차장 데이터 부족 — 19개만 표시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5623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🔴 문제: 초기 구현 시 주차장이 19개밖에 표시되지 않음. 데이터를 수동으로 입력하는 방식의 한계로 모수 확장 불가.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0" y="1856232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7A4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✅ 해결: 서울시 열린데이터광장에서 데이터를 직접 연동. Cursor AI에게 코드를 요청해 주차장 데이터 확보 및 마커·실시간 가능 대수 표시 구현.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874520"/>
            <a:ext cx="18288" cy="777240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46120"/>
            <a:ext cx="64008" cy="160020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3355848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335584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GPS · 모바일 호환성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0080" y="33558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모바일 환경에서 GPS 미작동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77647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333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🔴 문제: Cursor AI로 GPS 현재 위치 기능을 추가했으나, 노트북에서는 정상 동작하는 반면 스마트폰으로 사이트 접속 시 현재 위치가 표시되지 않는 현상 발생.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0" y="3776472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7A4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✅ 해결: Cursor AI에게 모바일에서 위치가 안 뜨는 원인을 물어 진단. 보안 연결 환경에서만 모바일 위치 기능이 동작함을 확인하고 코드를 수정해 해결.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3794760"/>
            <a:ext cx="18288" cy="777240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  Cursor AI를 활용한 개발 프로세스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보조 개발의 실제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1508760"/>
          </a:xfrm>
          <a:prstGeom prst="rect">
            <a:avLst/>
          </a:prstGeom>
          <a:solidFill>
            <a:srgbClr val="1E1E2A"/>
          </a:solidFill>
          <a:ln w="6350">
            <a:solidFill>
              <a:srgbClr val="383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64008" cy="1508760"/>
          </a:xfrm>
          <a:prstGeom prst="rect">
            <a:avLst/>
          </a:prstGeom>
          <a:solidFill>
            <a:srgbClr val="2997FF"/>
          </a:solidFill>
          <a:ln w="12700">
            <a:solidFill>
              <a:srgbClr val="2997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544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508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 자동 생성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98424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원하는 기능을 말로 설명하면 Cursor AI가 코드를 바로 작성해줌. 처음 보는 개념도 구현 가능했음.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417320"/>
            <a:ext cx="3977640" cy="1508760"/>
          </a:xfrm>
          <a:prstGeom prst="rect">
            <a:avLst/>
          </a:prstGeom>
          <a:solidFill>
            <a:srgbClr val="1E1E2A"/>
          </a:solidFill>
          <a:ln w="6350">
            <a:solidFill>
              <a:srgbClr val="3838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417320"/>
            <a:ext cx="64008" cy="1508760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55448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508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오류 해결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92040" y="198424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오류 메시지를 그대로 붙여넣으면 원인과 해결 방법을 바로 알려줌. 혼자 해결하기 어려운 문제를 빠르게 돌파.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3977640" cy="1508760"/>
          </a:xfrm>
          <a:prstGeom prst="rect">
            <a:avLst/>
          </a:prstGeom>
          <a:solidFill>
            <a:srgbClr val="1E1E2A"/>
          </a:solidFill>
          <a:ln w="6350">
            <a:solidFill>
              <a:srgbClr val="3838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3108960"/>
            <a:ext cx="64008" cy="150876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4612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2004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개선 방향 제안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94360" y="367588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'이 부분 더 좋게 만들 수 없어?'라고 물어보면 더 나은 방식을 제안해줌. 데이터 로딩 속도 개선에 활용.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3108960"/>
            <a:ext cx="3977640" cy="1508760"/>
          </a:xfrm>
          <a:prstGeom prst="rect">
            <a:avLst/>
          </a:prstGeom>
          <a:solidFill>
            <a:srgbClr val="1E1E2A"/>
          </a:solidFill>
          <a:ln w="6350">
            <a:solidFill>
              <a:srgbClr val="3838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54880" y="3108960"/>
            <a:ext cx="64008" cy="1508760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24612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32004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추천 기능 구현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92040" y="367588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'가깝고 자리 많은 주차장을 추천해줘'라는 설명만으로 거리+여유율 계산 및 순위 정렬 기능 완성.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29055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실제 동작 영상으로 보는 시스템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53312" y="1124712"/>
            <a:ext cx="1716278" cy="3465576"/>
          </a:xfrm>
          <a:prstGeom prst="roundRect">
            <a:avLst>
              <a:gd name="adj" fmla="val 6393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  <a:effectLst>
            <a:outerShdw blurRad="1778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63040" y="1234440"/>
            <a:ext cx="1496822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4617720"/>
            <a:ext cx="241122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▶  슬라이드쇼에서 클릭하여 재생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977640" y="1280160"/>
            <a:ext cx="47091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977640" y="1280160"/>
            <a:ext cx="64008" cy="676656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60520" y="13533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🟢  여유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60520" y="166420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자리 많음 · 초록 마커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977640" y="2121408"/>
            <a:ext cx="47091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977640" y="2121408"/>
            <a:ext cx="64008" cy="676656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60520" y="2194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🟡  보통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60520" y="250545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자리 보통 · 노란 마커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977640" y="2962656"/>
            <a:ext cx="47091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977640" y="2962656"/>
            <a:ext cx="64008" cy="676656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60520" y="30358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🔴  혼잡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60520" y="334670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자리 거의 없음 · 빨간 마커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977640" y="3803904"/>
            <a:ext cx="47091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977640" y="3803904"/>
            <a:ext cx="64008" cy="676656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60520" y="38770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⭐  추천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160520" y="418795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1순위 주차장 강조 표시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6E7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  성과 및 결론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달성한 것 &amp; 배운 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1508760"/>
          </a:xfrm>
          <a:prstGeom prst="rect">
            <a:avLst/>
          </a:prstGeom>
          <a:solidFill>
            <a:srgbClr val="1E1E2A"/>
          </a:solidFill>
          <a:ln w="6350">
            <a:solidFill>
              <a:srgbClr val="383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1828800" cy="45720"/>
          </a:xfrm>
          <a:prstGeom prst="rect">
            <a:avLst/>
          </a:prstGeom>
          <a:solidFill>
            <a:srgbClr val="2997FF"/>
          </a:solidFill>
          <a:ln w="12700">
            <a:solidFill>
              <a:srgbClr val="299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64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119개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3591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실시간 연동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공영주차장 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508760"/>
            <a:ext cx="1828800" cy="1508760"/>
          </a:xfrm>
          <a:prstGeom prst="rect">
            <a:avLst/>
          </a:prstGeom>
          <a:solidFill>
            <a:srgbClr val="1E1E2A"/>
          </a:solidFill>
          <a:ln w="6350">
            <a:solidFill>
              <a:srgbClr val="3838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508760"/>
            <a:ext cx="1828800" cy="45720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664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0D15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60초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560320" y="23591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자동 새로고침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1828800" cy="1508760"/>
          </a:xfrm>
          <a:prstGeom prst="rect">
            <a:avLst/>
          </a:prstGeom>
          <a:solidFill>
            <a:srgbClr val="1E1E2A"/>
          </a:solidFill>
          <a:ln w="6350">
            <a:solidFill>
              <a:srgbClr val="3838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508760"/>
            <a:ext cx="1828800" cy="4572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664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9F0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3색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63440" y="23591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혼잡도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마커 구분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508760"/>
            <a:ext cx="1828800" cy="1508760"/>
          </a:xfrm>
          <a:prstGeom prst="rect">
            <a:avLst/>
          </a:prstGeom>
          <a:solidFill>
            <a:srgbClr val="1E1E2A"/>
          </a:solidFill>
          <a:ln w="6350">
            <a:solidFill>
              <a:srgbClr val="3838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508760"/>
            <a:ext cx="1828800" cy="45720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6642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3B3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Top 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766560" y="23591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주차장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자동 추천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3840480" cy="1508760"/>
          </a:xfrm>
          <a:prstGeom prst="rect">
            <a:avLst/>
          </a:prstGeom>
          <a:solidFill>
            <a:srgbClr val="1A1A24"/>
          </a:solidFill>
          <a:ln w="6350">
            <a:solidFill>
              <a:srgbClr val="3838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337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 배운 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7216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 공공데이터 API를 직접 연동하는 방법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39593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 GPS로 내 위치를 가져오는 방법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1970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 지도에 데이터를 시각화하는 방법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44348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 Cursor AI와 함께 개발하는 바이브 코딩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246120"/>
            <a:ext cx="3840480" cy="1508760"/>
          </a:xfrm>
          <a:prstGeom prst="rect">
            <a:avLst/>
          </a:prstGeom>
          <a:solidFill>
            <a:srgbClr val="1A1A24"/>
          </a:solidFill>
          <a:ln w="6350">
            <a:solidFill>
              <a:srgbClr val="3838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337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0D15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🚀  향후 과제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37216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 사설 주차장 데이터 추가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39593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 길 안내(네비게이션) 기능 연동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41970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 더 많은 주차장 데이터 확보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44348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 혼잡 시간대 예측 기능 추가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PROJECT REPOSITORY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234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소스 코드는 GitHub에서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프로젝트 전체 코드를 공개했습니다. 아래 QR코드를 스캔하거나 주소로 접속하세요.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1E1E2A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74320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🔗  </a:t>
            </a:r>
            <a:r>
              <a:rPr lang="en-US" sz="1500" b="1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github.com/todsfasd/parking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HTML · CSS · JavaScript · 서울시 공공데이터 API · Cursor AI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80760" y="14173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032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/home/claude/github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45920"/>
            <a:ext cx="2103120" cy="21031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80760" y="4069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997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📷  QR코드 스캔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40080" y="4297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5F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BABA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902</Words>
  <Application>Microsoft Office PowerPoint</Application>
  <PresentationFormat>화면 슬라이드 쇼(16:9)</PresentationFormat>
  <Paragraphs>209</Paragraphs>
  <Slides>12</Slides>
  <Notes>12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NanumGothic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실시간 위치 기반 공영주차장 추천 시스템</dc:title>
  <dc:subject>PptxGenJS Presentation</dc:subject>
  <dc:creator>PptxGenJS</dc:creator>
  <cp:lastModifiedBy>준기 전</cp:lastModifiedBy>
  <cp:revision>2</cp:revision>
  <dcterms:created xsi:type="dcterms:W3CDTF">2026-06-04T11:13:29Z</dcterms:created>
  <dcterms:modified xsi:type="dcterms:W3CDTF">2026-06-04T11:16:29Z</dcterms:modified>
</cp:coreProperties>
</file>